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embeddedFontLst>
    <p:embeddedFont>
      <p:font typeface="Geist"/>
      <p:regular r:id="rId18"/>
      <p:bold r:id="rId19"/>
    </p:embeddedFont>
    <p:embeddedFont>
      <p:font typeface="Geist Mono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shMesh Cover 2 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3311"/>
            <a:ext cx="12191695" cy="81246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shmesh-salesforce-wordmark-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77240"/>
            <a:ext cx="2148840" cy="61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74320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EYEBROW — CATEGORY ·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542032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0" spc="-50">
                <a:solidFill>
                  <a:srgbClr val="FFFFFF"/>
                </a:solidFill>
                <a:latin typeface="Geist"/>
              </a:rPr>
              <a:t>{{ Presentation title goes here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A1A1A1"/>
                </a:solidFill>
                <a:latin typeface="Geist"/>
              </a:rPr>
              <a:t>{{ One-line subtitle or supporting statement. Keep it to a sentence.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{{ What we'll cover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4963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{{ Agenda item one 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0815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4290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34107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{{ Agenda item two 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959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434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43251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{{ Agenda item three 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9103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5146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4963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{{ Agenda item four 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30815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4290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4107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{{ Agenda item five 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3368" y="39959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3434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43251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{{ Agenda item six 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49103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200">
                <a:solidFill>
                  <a:srgbClr val="FA6863"/>
                </a:solidFill>
                <a:latin typeface="Geist Mono"/>
              </a:rPr>
              <a:t>(01)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21284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6B6B6B"/>
                </a:solidFill>
                <a:latin typeface="Geist Mono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spc="-50">
                <a:solidFill>
                  <a:srgbClr val="FFFFFF"/>
                </a:solidFill>
                <a:latin typeface="Geist"/>
              </a:rPr>
              <a:t>{{ Section divider title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EYEBROW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{{ Content slide title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780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{{ Point one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9864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1"/>
                </a:solidFill>
                <a:latin typeface="Geist"/>
              </a:rPr>
              <a:t>{{ Supporting detail for the first point.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490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12463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{{ Point two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33087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1"/>
                </a:solidFill>
                <a:latin typeface="Geist"/>
              </a:rPr>
              <a:t>{{ Supporting detail for the second point. 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98347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46903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{{ Point three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67527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1"/>
                </a:solidFill>
                <a:latin typeface="Geist"/>
              </a:rPr>
              <a:t>{{ Supporting detail for the third point.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EYEBROW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{{ Two-column slide title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60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Geist"/>
              </a:rPr>
              <a:t>{{ Left heading 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63240"/>
            <a:ext cx="457200" cy="2794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9184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1"/>
                </a:solidFill>
                <a:latin typeface="Geist"/>
              </a:rPr>
              <a:t>{{ Left column body copy. Use this side for context, the problem, or the 'before'.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2560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Geist"/>
              </a:rPr>
              <a:t>{{ Right heading 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3063240"/>
            <a:ext cx="457200" cy="2794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29184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1"/>
                </a:solidFill>
                <a:latin typeface="Geist"/>
              </a:rPr>
              <a:t>{{ Right column body copy. Use this side for the answer, the approach, or the 'after'.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{{ How it works, in steps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32592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00400"/>
            <a:ext cx="3259226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401568"/>
            <a:ext cx="32592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{{ Step one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32592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1A1A1"/>
                </a:solidFill>
                <a:latin typeface="Geist"/>
              </a:rPr>
              <a:t>{{ What happens in the first step. 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6234" y="2743200"/>
            <a:ext cx="32592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6234" y="3200400"/>
            <a:ext cx="3259226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6234" y="3401568"/>
            <a:ext cx="32592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{{ Step two 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6234" y="3977639"/>
            <a:ext cx="32592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1A1A1"/>
                </a:solidFill>
                <a:latin typeface="Geist"/>
              </a:rPr>
              <a:t>{{ What happens in the second step.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1220" y="2743200"/>
            <a:ext cx="32592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3200400"/>
            <a:ext cx="3259226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1220" y="3401568"/>
            <a:ext cx="32592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{{ Step three 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1220" y="3977639"/>
            <a:ext cx="32592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1A1A1"/>
                </a:solidFill>
                <a:latin typeface="Geist"/>
              </a:rPr>
              <a:t>{{ What happens in the third step.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(FIGURES)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{{ Metrics slide title 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LABEL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{{ context 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8557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877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00</a:t>
            </a:r>
            <a:r>
              <a:rPr sz="1800" b="0">
                <a:solidFill>
                  <a:srgbClr val="A1A1A1"/>
                </a:solidFill>
                <a:latin typeface="Geist"/>
              </a:rPr>
              <a:t>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1165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LABEL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1165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{{ context 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0187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5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LABEL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475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{{ context 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3177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7497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5785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LABEL FOUR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5785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{{ context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{{ Before vs. after 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51760"/>
            <a:ext cx="5025999" cy="356616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971800"/>
            <a:ext cx="4294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80">
                <a:solidFill>
                  <a:srgbClr val="A1A1A1"/>
                </a:solidFill>
                <a:latin typeface="Geist Mono"/>
              </a:rPr>
              <a:t>WITHOUT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566160"/>
            <a:ext cx="42944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A1A1A1"/>
                </a:solidFill>
                <a:latin typeface="Geist"/>
              </a:rPr>
              <a:t>—  {{ Pain point one }}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A1A1A1"/>
                </a:solidFill>
                <a:latin typeface="Geist"/>
              </a:rPr>
              <a:t>—  {{ Pain point two }}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A1A1A1"/>
                </a:solidFill>
                <a:latin typeface="Geist"/>
              </a:rPr>
              <a:t>—  {{ Pain point three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651760"/>
            <a:ext cx="5025999" cy="356616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7" y="2971800"/>
            <a:ext cx="4294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80">
                <a:solidFill>
                  <a:srgbClr val="3AD598"/>
                </a:solidFill>
                <a:latin typeface="Geist Mono"/>
              </a:rPr>
              <a:t>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3566160"/>
            <a:ext cx="42944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Geist"/>
              </a:rPr>
              <a:t>—  {{ Improvement one }}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Geist"/>
              </a:rPr>
              <a:t>—  {{ Improvement two }}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Geist"/>
              </a:rPr>
              <a:t>—  {{ Improvement three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TESTIMONIAL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16128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194560"/>
            <a:ext cx="38100" cy="237744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9692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0" spc="-30">
                <a:solidFill>
                  <a:srgbClr val="FFFFFF"/>
                </a:solidFill>
                <a:latin typeface="Geist"/>
              </a:rPr>
              <a:t>“{{ A short, punchy customer or stakeholder quote goes here. }}”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48920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A1A1A1"/>
                </a:solidFill>
                <a:latin typeface="Geist Mono"/>
              </a:rPr>
              <a:t>— NAME, TITLE, COMPANY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220">
                <a:solidFill>
                  <a:srgbClr val="FA6863"/>
                </a:solidFill>
                <a:latin typeface="Geist Mono"/>
              </a:rPr>
              <a:t>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313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0" spc="-40">
                <a:solidFill>
                  <a:srgbClr val="FFFFFF"/>
                </a:solidFill>
                <a:latin typeface="Geist"/>
              </a:rPr>
              <a:t>{{ A single, bold statement that anchors the whole deck. }}</a:t>
            </a:r>
            <a:r>
              <a:rPr sz="3400" b="0">
                <a:solidFill>
                  <a:srgbClr val="FA6863"/>
                </a:solidFill>
                <a:latin typeface="Geist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shMesh Cover3 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3311"/>
            <a:ext cx="12191695" cy="81246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shmesh-salesforce-wordmark-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77240"/>
            <a:ext cx="1920240" cy="550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220">
                <a:solidFill>
                  <a:srgbClr val="FA6863"/>
                </a:solidFill>
                <a:latin typeface="Geist Mono"/>
              </a:rPr>
              <a:t>CALL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0" spc="-50">
                <a:solidFill>
                  <a:srgbClr val="FFFFFF"/>
                </a:solidFill>
                <a:latin typeface="Geist"/>
              </a:rPr>
              <a:t>{{ Closing headline 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4800600"/>
            <a:ext cx="3566160" cy="658368"/>
          </a:xfrm>
          <a:prstGeom prst="roundRect">
            <a:avLst>
              <a:gd name="adj" fmla="val 50000"/>
            </a:avLst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A0A0A"/>
                </a:solidFill>
                <a:latin typeface="Geist"/>
              </a:rPr>
              <a:t>{{ CTA label →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